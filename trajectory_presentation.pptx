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Trajectory Simplification and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GeoLife GPS Dataset</a:t>
            </a:r>
          </a:p>
          <a:p>
            <a:r>
              <a:t>Goal: Reduce points while preserving shape and motion</a:t>
            </a:r>
          </a:p>
          <a:p>
            <a:r>
              <a:t>Includes outlier removal and multiple algorithms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GPS data contains noise and redundancy</a:t>
            </a:r>
          </a:p>
          <a:p>
            <a:r>
              <a:t>Large data affects performance</a:t>
            </a:r>
          </a:p>
          <a:p>
            <a:r>
              <a:t>Need accurate simplification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Load data</a:t>
            </a:r>
          </a:p>
          <a:p>
            <a:r>
              <a:t>Convert lat/lon to XY</a:t>
            </a:r>
          </a:p>
          <a:p>
            <a:r>
              <a:t>Remove outliers</a:t>
            </a:r>
          </a:p>
          <a:p>
            <a:r>
              <a:t>Apply algorithms</a:t>
            </a:r>
          </a:p>
          <a:p>
            <a:r>
              <a:t>Compute metrics</a:t>
            </a:r>
          </a:p>
          <a:p>
            <a:r>
              <a:t>Visualize results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Outlier Removal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Detect unrealistic speed spikes</a:t>
            </a:r>
          </a:p>
          <a:p>
            <a:r>
              <a:t>Remove sharp spatial spikes</a:t>
            </a:r>
          </a:p>
          <a:p>
            <a:r>
              <a:t>Use statistical anomaly detection (MAD)</a:t>
            </a:r>
          </a:p>
          <a:p>
            <a:r>
              <a:t>Iterative removal for better accuracy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Douglas-Peucker (Original)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Uses perpendicular distance (PED)</a:t>
            </a:r>
          </a:p>
          <a:p>
            <a:r>
              <a:t>Preserves shape</a:t>
            </a:r>
          </a:p>
          <a:p>
            <a:r>
              <a:t>Ignores motion and time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Improved Douglas-Peucker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Uses motion-aware scoring</a:t>
            </a:r>
          </a:p>
          <a:p>
            <a:r>
              <a:t>Considers speed, acceleration, turns</a:t>
            </a:r>
          </a:p>
          <a:p>
            <a:r>
              <a:t>Adaptive threshold</a:t>
            </a:r>
          </a:p>
          <a:p>
            <a:r>
              <a:t>Preserves important motion points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Other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Visvalingam-Whyatt (VW)</a:t>
            </a:r>
          </a:p>
          <a:p>
            <a:r>
              <a:t>SQUISH</a:t>
            </a:r>
          </a:p>
          <a:p>
            <a:r>
              <a:t>Sliding Window</a:t>
            </a:r>
          </a:p>
          <a:p>
            <a:r>
              <a:t>Reumann-Witkam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Error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PED: spatial error</a:t>
            </a:r>
          </a:p>
          <a:p>
            <a:r>
              <a:t>SED: time-based error</a:t>
            </a:r>
          </a:p>
          <a:p>
            <a:r>
              <a:t>DAD: direction error</a:t>
            </a:r>
          </a:p>
          <a:p>
            <a:r>
              <a:t>SAD: speed error</a:t>
            </a:r>
          </a:p>
          <a:p>
            <a:r>
              <a:t>ISSD: total deviation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Built using Folium</a:t>
            </a:r>
          </a:p>
          <a:p>
            <a:r>
              <a:t>Shows original vs simplified trajectories</a:t>
            </a:r>
          </a:p>
          <a:p>
            <a:r>
              <a:t>Highlights removed and kept points</a:t>
            </a:r>
          </a:p>
          <a:p>
            <a:r>
              <a:t>Displays metrics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Improved DP handles motion better</a:t>
            </a:r>
          </a:p>
          <a:p>
            <a:r>
              <a:t>Outlier removal improves accuracy</a:t>
            </a:r>
          </a:p>
          <a:p>
            <a:r>
              <a:t>System provides visual comparison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