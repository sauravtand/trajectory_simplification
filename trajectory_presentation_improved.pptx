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project, dataset and main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simplification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overall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conversion is required for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different types of noise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single-pass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baseline algorithm and its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your main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these are used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performance is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user interacts with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your work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summary of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improvements for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Trajectory Simplification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GeoLife GPS Dataset</a:t>
            </a:r>
          </a:p>
          <a:p>
            <a:pPr/>
            <a:r>
              <a:t>Goal: Reduce points while preserving shape &amp; motion</a:t>
            </a:r>
          </a:p>
          <a:p>
            <a:pPr/>
            <a:r>
              <a:t>Focus: Outlier removal + Improved 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trajectories contain noise (outliers)</a:t>
            </a:r>
          </a:p>
          <a:p>
            <a:pPr/>
            <a:r>
              <a:t>Large datasets increase storage &amp; processing cost</a:t>
            </a:r>
          </a:p>
          <a:p>
            <a:pPr/>
            <a:r>
              <a:t>Need accurate and efficient simplification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trajectory data</a:t>
            </a:r>
          </a:p>
          <a:p>
            <a:pPr/>
            <a:r>
              <a:t>Convert lat/lon to XY</a:t>
            </a:r>
          </a:p>
          <a:p>
            <a:pPr/>
            <a:r>
              <a:t>Remove outliers</a:t>
            </a:r>
          </a:p>
          <a:p>
            <a:pPr/>
            <a:r>
              <a:t>Apply simplification algorithms</a:t>
            </a:r>
          </a:p>
          <a:p>
            <a:pPr/>
            <a:r>
              <a:t>Compute metrics and visualize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Lat/Lon → Cartesian (XY)</a:t>
            </a:r>
          </a:p>
          <a:p>
            <a:pPr/>
            <a:r>
              <a:t>Uses Earth radius</a:t>
            </a:r>
          </a:p>
          <a:p>
            <a:pPr/>
            <a:r>
              <a:t>Simplifies distance calculations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Removal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unrealistic speed spikes</a:t>
            </a:r>
          </a:p>
          <a:p>
            <a:pPr/>
            <a:r>
              <a:t>Remove sharp spatial jumps</a:t>
            </a:r>
          </a:p>
          <a:p>
            <a:pPr/>
            <a:r>
              <a:t>Use statistical anomaly detection (MAD)</a:t>
            </a:r>
          </a:p>
          <a:p>
            <a:pPr/>
            <a:r>
              <a:t>Handle zig-zag noise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Outlier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passes remove clustered noise</a:t>
            </a:r>
          </a:p>
          <a:p>
            <a:pPr/>
            <a:r>
              <a:t>Prevents neighbor-based errors</a:t>
            </a:r>
          </a:p>
          <a:p>
            <a:pPr/>
            <a:r>
              <a:t>Improves data quality before simplification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Douglas–Peucker (Original)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Perpendicular Distance (PED)</a:t>
            </a:r>
          </a:p>
          <a:p>
            <a:pPr/>
            <a:r>
              <a:t>Keeps points far from line</a:t>
            </a:r>
          </a:p>
          <a:p>
            <a:pPr/>
            <a:r>
              <a:t>Ignores time and motion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Douglas–Peucker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motion-aware scoring</a:t>
            </a:r>
          </a:p>
          <a:p>
            <a:pPr/>
            <a:r>
              <a:t>Considers speed, acceleration, turn angles</a:t>
            </a:r>
          </a:p>
          <a:p>
            <a:pPr/>
            <a:r>
              <a:t>Adaptive threshold (dynamic epsilon)</a:t>
            </a:r>
          </a:p>
          <a:p>
            <a:pPr/>
            <a:r>
              <a:t>Preserves important motion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Visvalingam–Whyatt (area-based)</a:t>
            </a:r>
          </a:p>
          <a:p>
            <a:pPr/>
            <a:r>
              <a:t>SQUISH (streaming-friendly)</a:t>
            </a:r>
          </a:p>
          <a:p>
            <a:pPr/>
            <a:r>
              <a:t>Sliding Window</a:t>
            </a:r>
          </a:p>
          <a:p>
            <a:pPr/>
            <a:r>
              <a:t>Reumann–Witkam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PED: spatial error</a:t>
            </a:r>
          </a:p>
          <a:p>
            <a:pPr/>
            <a:r>
              <a:t>SED: time-aligned error</a:t>
            </a:r>
          </a:p>
          <a:p>
            <a:pPr/>
            <a:r>
              <a:t>DAD: direction difference</a:t>
            </a:r>
          </a:p>
          <a:p>
            <a:pPr/>
            <a:r>
              <a:t>SAD: speed difference</a:t>
            </a:r>
          </a:p>
          <a:p>
            <a:pPr/>
            <a:r>
              <a:t>ISSD: cumulative 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UI using Tkinter</a:t>
            </a:r>
          </a:p>
          <a:p>
            <a:pPr/>
            <a:r>
              <a:t>Map rendering using Folium</a:t>
            </a:r>
          </a:p>
          <a:p>
            <a:pPr/>
            <a:r>
              <a:t>Displays original vs simplified paths</a:t>
            </a:r>
          </a:p>
          <a:p>
            <a:pPr/>
            <a:r>
              <a:t>Highlights removed and kept 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 outlier detection (speed + motion)</a:t>
            </a:r>
          </a:p>
          <a:p>
            <a:pPr/>
            <a:r>
              <a:t>Improved DP algorithm</a:t>
            </a:r>
          </a:p>
          <a:p>
            <a:pPr/>
            <a:r>
              <a:t>Multi-algorithm comparison</a:t>
            </a:r>
          </a:p>
          <a:p>
            <a:pPr/>
            <a:r>
              <a:t>Interactive visualization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Outlier removal improves simplification accuracy</a:t>
            </a:r>
          </a:p>
          <a:p>
            <a:pPr/>
            <a:r>
              <a:t>Improved DP handles motion better than original</a:t>
            </a:r>
          </a:p>
          <a:p>
            <a:pPr/>
            <a:r>
              <a:t>System provides clear visual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trajectory processing</a:t>
            </a:r>
          </a:p>
          <a:p>
            <a:pPr/>
            <a:r>
              <a:t>Machine learning-based noise detection</a:t>
            </a:r>
          </a:p>
          <a:p>
            <a:pPr/>
            <a:r>
              <a:t>Adaptive 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